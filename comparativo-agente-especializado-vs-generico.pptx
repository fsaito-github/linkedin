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AGENTE ESPECIALIZADO vs AGENTE GENÉRICO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5CF6"/>
                </a:solidFill>
                <a:latin typeface="Segoe UI"/>
              </a:defRPr>
            </a:pPr>
            <a:r>
              <a:t>Como instruções especializadas transformam a qualidade do output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C9D1D9"/>
                </a:solidFill>
                <a:latin typeface="Segoe UI"/>
              </a:defRPr>
            </a:pPr>
            <a:r>
              <a:t>Mesmo prompt. Mesmo tema. Mesmo pedido.</a:t>
            </a:r>
          </a:p>
          <a:p>
            <a:pPr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 diferença? 266 linhas de instruções especializadas no .agent.md</a:t>
            </a:r>
          </a:p>
          <a:p>
            <a:pPr>
              <a:spcAft>
                <a:spcPts val="200"/>
              </a:spcAft>
              <a:defRPr sz="1800" b="0">
                <a:solidFill>
                  <a:srgbClr val="8B949E"/>
                </a:solidFill>
                <a:latin typeface="Segoe UI"/>
              </a:defRPr>
            </a:pPr>
            <a:r>
              <a:t>que ensinam o agente a formatar para LinkedIn, usar Unicode bold,</a:t>
            </a:r>
          </a:p>
          <a:p>
            <a:pPr>
              <a:spcAft>
                <a:spcPts val="200"/>
              </a:spcAft>
              <a:defRPr sz="1800" b="0">
                <a:solidFill>
                  <a:srgbClr val="8B949E"/>
                </a:solidFill>
                <a:latin typeface="Segoe UI"/>
              </a:defRPr>
            </a:pPr>
            <a:r>
              <a:t>criar hooks eficazes e seguir um checklist de qualidade.</a:t>
            </a:r>
          </a:p>
          <a:p>
            <a:pPr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800" b="1">
                <a:solidFill>
                  <a:srgbClr val="8B5CF6"/>
                </a:solidFill>
                <a:latin typeface="Segoe UI"/>
              </a:defRPr>
            </a:pPr>
            <a:r>
              <a:t>O resultado é a diferença entre um post publicável e um rascunho.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Tema: GitHub Copilot CLI  ·  Tom: Provocativo  ·  ~500 palavras  ·  PT-BR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OS PROMPTS ENVIADOS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Ambos receberam instruções quase idênticas — mesmo tema, tom, tamanho e audiência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583680" cy="6217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6583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🤖  @linkedin-tech-post  (Claude Sonnet)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Crie um post sobre GitHub Copilot CLI para LinkedIn.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tema: GitHub Copilot CLI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contexto: Uso diário no terminal para debug,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gerar scripts e explorar codebases.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tom: provocativo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tamanho: Longo (~2500 chars / ~500 palavras)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idiomas: pt (apenas PT-BR)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audiencia: devs e tech leads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Ângulo: "Copilot saiu do editor e foi pro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terminal — e isso muda tudo."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8B5CF6"/>
                </a:solidFill>
                <a:latin typeface="Consolas"/>
              </a:defRPr>
            </a:pPr>
            <a:r>
              <a:t>+ 266 linhas de system prompt (.agent.md)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Consolas"/>
              </a:defRPr>
            </a:pPr>
            <a:r>
              <a:t>  → Formatação Unicode bold para LinkedIn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Consolas"/>
              </a:defRPr>
            </a:pPr>
            <a:r>
              <a:t>  → Estrutura: Hook → Corpo → CTA → Hashtags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Consolas"/>
              </a:defRPr>
            </a:pPr>
            <a:r>
              <a:t>  → Anti-padrões e checklist de qualidade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Consolas"/>
              </a:defRPr>
            </a:pPr>
            <a:r>
              <a:t>  → Exemplos de hooks eficazes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Consolas"/>
              </a:defRPr>
            </a:pPr>
            <a:r>
              <a:t>  → Tom e voz definidos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6583680" cy="6217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6583680" cy="54864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949E"/>
                </a:solidFill>
                <a:latin typeface="Segoe UI"/>
              </a:defRPr>
            </a:pPr>
            <a:r>
              <a:t>🔧  Agente Genérico  (GPT 5.1 mini)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Crie um post de LinkedIn sobre GitHub Copilot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CLI com ~500 palavras (~2500 chars) em PT-BR.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O post deve ser sobre como o GitHub Copilot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CLI transforma o workflow de desenvolvedores.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O autor usa diariamente para debug, gerar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scripts e explorar codebases.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Tom: provocativo.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Audiência: devs e tech leads.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Idioma: Português BR.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IMPORTANTE: Gere APENAS o texto do post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pronto para colar no LinkedIn.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EF4444"/>
                </a:solidFill>
                <a:latin typeface="Consolas"/>
              </a:defRPr>
            </a:pPr>
            <a:r>
              <a:t>Sem system prompt especializado</a:t>
            </a:r>
          </a:p>
          <a:p>
            <a:pPr>
              <a:spcAft>
                <a:spcPts val="200"/>
              </a:spcAft>
              <a:defRPr sz="1200" b="0">
                <a:solidFill>
                  <a:srgbClr val="EF4444"/>
                </a:solidFill>
                <a:latin typeface="Consolas"/>
              </a:defRPr>
            </a:pPr>
            <a:r>
              <a:t>  → Sem regras de formatação LinkedIn</a:t>
            </a:r>
          </a:p>
          <a:p>
            <a:pPr>
              <a:spcAft>
                <a:spcPts val="200"/>
              </a:spcAft>
              <a:defRPr sz="1200" b="0">
                <a:solidFill>
                  <a:srgbClr val="EF4444"/>
                </a:solidFill>
                <a:latin typeface="Consolas"/>
              </a:defRPr>
            </a:pPr>
            <a:r>
              <a:t>  → Sem estrutura obrigatória</a:t>
            </a:r>
          </a:p>
          <a:p>
            <a:pPr>
              <a:spcAft>
                <a:spcPts val="200"/>
              </a:spcAft>
              <a:defRPr sz="1200" b="0">
                <a:solidFill>
                  <a:srgbClr val="EF4444"/>
                </a:solidFill>
                <a:latin typeface="Consolas"/>
              </a:defRPr>
            </a:pPr>
            <a:r>
              <a:t>  → Sem anti-padrões definidos</a:t>
            </a:r>
          </a:p>
          <a:p>
            <a:pPr>
              <a:spcAft>
                <a:spcPts val="200"/>
              </a:spcAft>
              <a:defRPr sz="1200" b="0">
                <a:solidFill>
                  <a:srgbClr val="EF4444"/>
                </a:solidFill>
                <a:latin typeface="Consolas"/>
              </a:defRPr>
            </a:pPr>
            <a:r>
              <a:t>  → Sem exemplos de referência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RESULTADO: AGENTE ESPECIALIZADO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Segoe UI"/>
              </a:defRPr>
            </a:pPr>
            <a:r>
              <a:t>@linkedin-tech-post  ·  Claude Sonnet  ·  24s  ·  3608 chars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686800" cy="6400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046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Copilot no editor é útil.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Copilot no terminal é onde ele começa a mudar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 jeito que dev trabalha.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 maioria das discussões sobre GitHub Copilot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ainda gira em torno de autocomplete, snippets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e sugestão de código no IDE.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O salto real acontece quando o Copilot sai do</a:t>
            </a: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editor e entra no terminal.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Segoe UI"/>
              </a:defRPr>
            </a:pPr>
            <a:r>
              <a:t>→ erro quebrando build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Segoe UI"/>
              </a:defRPr>
            </a:pPr>
            <a:r>
              <a:t>→ comando que você não lembra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Segoe UI"/>
              </a:defRPr>
            </a:pPr>
            <a:r>
              <a:t>→ script que precisa funcionar agora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Segoe UI"/>
              </a:defRPr>
            </a:pPr>
            <a:r>
              <a:t>→ codebase nova pra entender rápido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𝗢 𝗺𝗲𝘂 𝘄𝗼𝗿𝗸𝗳𝗹𝗼𝘄 𝗮𝗻𝘁𝗶𝗴𝗼 𝗲𝗿𝗮 𝗲𝘀𝘀𝗲</a:t>
            </a:r>
          </a:p>
          <a:p>
            <a:pPr>
              <a:spcAft>
                <a:spcPts val="2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→ ler erro → Google → 5 links → adaptar → testar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𝗗𝗲𝗯𝘂𝗴 · 𝗦𝗰𝗿𝗶𝗽𝘁𝘀 · 𝗘𝘅𝗽𝗹𝗼𝗿𝗮𝗿 𝗰𝗼𝗱𝗲𝗯𝗮𝘀𝗲𝘀</a:t>
            </a:r>
          </a:p>
          <a:p>
            <a:pPr>
              <a:spcAft>
                <a:spcPts val="2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   [3 seções detalhadas com exemplos práticos]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Copilot no editor ajuda a produzir código.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Copilot CLI ajuda a destravar trabalho.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3FB950"/>
                </a:solidFill>
                <a:latin typeface="Segoe UI"/>
              </a:defRPr>
            </a:pPr>
            <a:r>
              <a:t>Você já testou Copilot CLI no seu fluxo real?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Segoe UI"/>
              </a:defRPr>
            </a:pPr>
            <a:r>
              <a:t>#GitHubCopilot #CopilotCLI #DevTools #AI</a:t>
            </a:r>
          </a:p>
          <a:p>
            <a:pPr>
              <a:spcAft>
                <a:spcPts val="200"/>
              </a:spcAft>
              <a:defRPr sz="1200" b="0">
                <a:solidFill>
                  <a:srgbClr val="8B5CF6"/>
                </a:solidFill>
                <a:latin typeface="Segoe UI"/>
              </a:defRPr>
            </a:pPr>
            <a:r>
              <a:t>#DeveloperExperience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371600"/>
            <a:ext cx="4754880" cy="6400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554480"/>
            <a:ext cx="4206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FB950"/>
                </a:solidFill>
                <a:latin typeface="Segoe UI"/>
              </a:defRPr>
            </a:pPr>
            <a:r>
              <a:t>✅  O QUE O AGENTE ACERTOU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Hook forte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Primeira linha para o scroll, sem clichê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Unicode bold nos subtítulos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𝗦𝗲𝗰̧𝗼̃𝗲𝘀 formatadas para LinkedIn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→ como bullet points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Não usa - ou • (LinkedIn não renderiza bem)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Parágrafos de 1-3 linhas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Escaneável no feed mobile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Estrutura completa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Hook → Antes/Depois → 3 seções → CTA → Hashtags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CTA natural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Pergunta aberta que convida experiência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 hashtags relevantes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Mix de amplas (#AI) e específicas (#CopilotCLI)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Tom provocativo sem ser arrogante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"A busca tradicional virou hábito, não vantagem"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RESULTADO: AGENTE GENÉRICO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Segoe UI"/>
              </a:defRPr>
            </a:pPr>
            <a:r>
              <a:t>GPT 5.1 mini  ·  6s  ·  1495 chars (pedido: 2500)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686800" cy="6400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046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Debugar no terminal já era meu pesadelo. Agora,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 GitHub Copilot CLI virou meu copiloto literal: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aperto uma tecla e ele me mostra o que está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quebrando, gera scripts repetitivos e até me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ajuda a entender codebases inteiras em segundos.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Antes eu precisava abrir várias abas, esperar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IDEs carregarem e ficar pulando entre contextos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— hoje, tudo acontece na linha de comando...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 Copilot CLI me força a pensar como um prompt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engineer: descrevo o que quero resolver e ele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sugere o próximo passo. O resultado? Menos tempo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perdido em configurações e mais foco em entregar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valor. Preciso de um script de deploy? Ele gera.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Quero entender como a função X é usada em todo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 projeto? Ele mapeia...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 não é mágica isolada — é um workflow. Integro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Copilot CLI ao meu dia a dia: uso para descobrir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dependências, gerar testes, verificar logs...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Se você ainda não usa, experimente: sente no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terminal, descreva seu problema e veja o Copilot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responder em minutos. O futuro do desenvolvimento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está no prompt, e quem dominar essa conversa vai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liderar equipes mais rápidas e inteligentes.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371600"/>
            <a:ext cx="4754880" cy="6400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554480"/>
            <a:ext cx="4206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❌  O QUE O AGENTE ERROU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Tamanho insuficiente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1495 chars vs 2500 pedidos (40% menor)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 formatação LinkedIn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Sem Unicode bold, sem → , sem quebras visuais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 parágrafos densos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Textos longos = "muro de texto" no feed mobile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 hashtags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Post invisível na busca do LinkedIn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 CTA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Não convida interação — post morre sem engajamento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 estrutura definida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Não segue Hook → Corpo → Fechamento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Tom de artigo de blog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"Quem dominar essa conversa vai liderar..."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Soa como propaganda, não experiência pessoal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Hook fraco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"Debugar no terminal já era meu pesadelo"</a:t>
            </a:r>
          </a:p>
          <a:p>
            <a:pPr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Genérico — poderia ser de qualquer ferramenta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COMPARATIVO DIRETO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Mesmo pedido, resultados completamente diferentes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Critério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6304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Especializado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463040"/>
            <a:ext cx="59436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5361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Genérico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2560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Tempo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50292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993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24 segundos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920240"/>
            <a:ext cx="5943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933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6 segundos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Tamanho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377440"/>
            <a:ext cx="50292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450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3608 chars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377440"/>
            <a:ext cx="59436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4505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1495 chars ❌ (40% do pedido)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907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Unicode bold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834640"/>
            <a:ext cx="50292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907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Subtítulos formatados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834640"/>
            <a:ext cx="5943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9077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Não 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Bullet points 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291840"/>
            <a:ext cx="50292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3364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Consistente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291840"/>
            <a:ext cx="59436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364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Texto corrido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49039"/>
            <a:ext cx="2560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Parágrafos curtos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749039"/>
            <a:ext cx="50292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8221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1-3 linhas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749039"/>
            <a:ext cx="5943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822191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4-8 linhas (muro de texto)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279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Hook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4206240"/>
            <a:ext cx="50292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4279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Forte e específico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206240"/>
            <a:ext cx="59436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42793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97316"/>
                </a:solidFill>
                <a:latin typeface="Segoe UI"/>
              </a:defRPr>
            </a:pPr>
            <a:r>
              <a:t>⚠️ Genérico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63440"/>
            <a:ext cx="2560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Estrutura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4663440"/>
            <a:ext cx="50292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4736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Hook→Corpo→CTA→Hashtags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663440"/>
            <a:ext cx="5943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47365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Sem estrutura definida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120640"/>
            <a:ext cx="25603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193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Hashtags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5120640"/>
            <a:ext cx="50292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37560" y="5193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5 relevantes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5120640"/>
            <a:ext cx="59436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51937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Nenhuma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577840"/>
            <a:ext cx="2560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5650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CTA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5577840"/>
            <a:ext cx="50292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7560" y="5650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Pergunta aberta natural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5577840"/>
            <a:ext cx="5943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8200" y="5650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Tom imperativo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6035040"/>
            <a:ext cx="25603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6108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Escaneabilidade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6035040"/>
            <a:ext cx="50292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37560" y="6108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Alta (feed mobile)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6035040"/>
            <a:ext cx="59436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61081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Baixa (muro de texto)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6492240"/>
            <a:ext cx="2560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6565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Pronto p/ publicar?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6492240"/>
            <a:ext cx="50292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37560" y="6565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Segoe UI"/>
              </a:defRPr>
            </a:pPr>
            <a:r>
              <a:t>✅ SIM — copiar e colar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6492240"/>
            <a:ext cx="5943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58200" y="65653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❌ NÃO — precisa reescrever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POR QUE ISSO ACONTECE?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0">
                <a:solidFill>
                  <a:srgbClr val="C9D1D9"/>
                </a:solidFill>
                <a:latin typeface="Segoe UI"/>
              </a:defRPr>
            </a:pPr>
            <a:r>
              <a:t>O prompt do usuário foi quase idêntico nos dois casos.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 diferença está no system prompt — as instruções do agente.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2976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4297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AGENTE ESPECIALIZADO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266 linhas de instruções em .agent.md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Regras de formatação LinkedIn (Unicode bold, →)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Estrutura obrigatória (Hook → CTA → Hashtags)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Anti-padrões explícitos (o que NUNCA fazer)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Checklist de qualidade com 8 critérios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Exemplos de hooks eficazes como referência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Tom e voz definidos com exemplos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657600"/>
            <a:ext cx="42976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3657600"/>
            <a:ext cx="4297680" cy="54864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949E"/>
                </a:solidFill>
                <a:latin typeface="Segoe UI"/>
              </a:defRPr>
            </a:pPr>
            <a:r>
              <a:t>AGENTE GENÉRICO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38912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Apenas o prompt do usuário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Sem conhecimento de formatação LinkedIn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Sem estrutura obrigatória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Sem anti-padrões definidos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Sem checklist de qualidade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Sem exemplos de referência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Tom genérico de "assistente útil"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59" y="3657600"/>
            <a:ext cx="42976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66959" y="3657600"/>
            <a:ext cx="429768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CONCLUSÃO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438912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Instruções especializadas = consistência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O agente entrega post publicável, não rascunho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Elimina retrabalho de formatação manual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Garante padrão em posts diferentes</a:t>
            </a:r>
          </a:p>
          <a:p>
            <a:pPr>
              <a:spcAft>
                <a:spcPts val="20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É a diferença entre automação e assistência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System prompt &gt; prompt do usuário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